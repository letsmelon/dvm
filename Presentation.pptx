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3" r:id="rId5"/>
    <p:sldId id="259" r:id="rId6"/>
    <p:sldId id="262" r:id="rId7"/>
    <p:sldId id="258" r:id="rId8"/>
    <p:sldId id="260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A36795-AF22-7643-99E2-E1B472FB0D3C}" v="41" dt="2026-06-25T13:10:50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9"/>
    <p:restoredTop sz="94668"/>
  </p:normalViewPr>
  <p:slideViewPr>
    <p:cSldViewPr snapToGrid="0">
      <p:cViewPr>
        <p:scale>
          <a:sx n="105" d="100"/>
          <a:sy n="105" d="100"/>
        </p:scale>
        <p:origin x="110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enic Melcher" userId="2585d48ea34444fe" providerId="LiveId" clId="{611A1E4C-54B1-57DF-93D0-94E09C8DEE5C}"/>
    <pc:docChg chg="custSel addSld delSld modSld sldOrd">
      <pc:chgData name="Domenic Melcher" userId="2585d48ea34444fe" providerId="LiveId" clId="{611A1E4C-54B1-57DF-93D0-94E09C8DEE5C}" dt="2026-06-25T13:37:23.014" v="1474" actId="20577"/>
      <pc:docMkLst>
        <pc:docMk/>
      </pc:docMkLst>
      <pc:sldChg chg="del">
        <pc:chgData name="Domenic Melcher" userId="2585d48ea34444fe" providerId="LiveId" clId="{611A1E4C-54B1-57DF-93D0-94E09C8DEE5C}" dt="2026-06-25T12:10:17.231" v="60" actId="2696"/>
        <pc:sldMkLst>
          <pc:docMk/>
          <pc:sldMk cId="2791115592" sldId="261"/>
        </pc:sldMkLst>
      </pc:sldChg>
      <pc:sldChg chg="modSp mod">
        <pc:chgData name="Domenic Melcher" userId="2585d48ea34444fe" providerId="LiveId" clId="{611A1E4C-54B1-57DF-93D0-94E09C8DEE5C}" dt="2026-06-25T12:41:52.522" v="1270" actId="20577"/>
        <pc:sldMkLst>
          <pc:docMk/>
          <pc:sldMk cId="1674433433" sldId="262"/>
        </pc:sldMkLst>
        <pc:spChg chg="mod">
          <ac:chgData name="Domenic Melcher" userId="2585d48ea34444fe" providerId="LiveId" clId="{611A1E4C-54B1-57DF-93D0-94E09C8DEE5C}" dt="2026-06-25T12:41:52.522" v="1270" actId="20577"/>
          <ac:spMkLst>
            <pc:docMk/>
            <pc:sldMk cId="1674433433" sldId="262"/>
            <ac:spMk id="8" creationId="{2C114811-AE15-C5F2-D452-693B58B73CD4}"/>
          </ac:spMkLst>
        </pc:spChg>
      </pc:sldChg>
      <pc:sldChg chg="addSp delSp modSp mod">
        <pc:chgData name="Domenic Melcher" userId="2585d48ea34444fe" providerId="LiveId" clId="{611A1E4C-54B1-57DF-93D0-94E09C8DEE5C}" dt="2026-06-25T12:07:06.074" v="8" actId="1076"/>
        <pc:sldMkLst>
          <pc:docMk/>
          <pc:sldMk cId="2026212402" sldId="263"/>
        </pc:sldMkLst>
        <pc:spChg chg="add del mod">
          <ac:chgData name="Domenic Melcher" userId="2585d48ea34444fe" providerId="LiveId" clId="{611A1E4C-54B1-57DF-93D0-94E09C8DEE5C}" dt="2026-06-25T12:06:15.173" v="3"/>
          <ac:spMkLst>
            <pc:docMk/>
            <pc:sldMk cId="2026212402" sldId="263"/>
            <ac:spMk id="5" creationId="{4613D416-6ED7-0656-468A-83C80BD80BF9}"/>
          </ac:spMkLst>
        </pc:spChg>
        <pc:spChg chg="del">
          <ac:chgData name="Domenic Melcher" userId="2585d48ea34444fe" providerId="LiveId" clId="{611A1E4C-54B1-57DF-93D0-94E09C8DEE5C}" dt="2026-06-25T12:06:04.939" v="0" actId="931"/>
          <ac:spMkLst>
            <pc:docMk/>
            <pc:sldMk cId="2026212402" sldId="263"/>
            <ac:spMk id="8" creationId="{E7782D7F-389C-0008-92E8-FBF3CFD8F9DD}"/>
          </ac:spMkLst>
        </pc:spChg>
        <pc:spChg chg="add del mod">
          <ac:chgData name="Domenic Melcher" userId="2585d48ea34444fe" providerId="LiveId" clId="{611A1E4C-54B1-57DF-93D0-94E09C8DEE5C}" dt="2026-06-25T12:06:57.164" v="7"/>
          <ac:spMkLst>
            <pc:docMk/>
            <pc:sldMk cId="2026212402" sldId="263"/>
            <ac:spMk id="11" creationId="{77FE8377-C67E-4BED-F3C2-2D3246907032}"/>
          </ac:spMkLst>
        </pc:spChg>
        <pc:picChg chg="add del mod ord">
          <ac:chgData name="Domenic Melcher" userId="2585d48ea34444fe" providerId="LiveId" clId="{611A1E4C-54B1-57DF-93D0-94E09C8DEE5C}" dt="2026-06-25T12:06:09.389" v="1" actId="478"/>
          <ac:picMkLst>
            <pc:docMk/>
            <pc:sldMk cId="2026212402" sldId="263"/>
            <ac:picMk id="3" creationId="{36FEE377-301D-A0D7-B339-2534F97A8A7D}"/>
          </ac:picMkLst>
        </pc:picChg>
        <pc:picChg chg="add del mod ord">
          <ac:chgData name="Domenic Melcher" userId="2585d48ea34444fe" providerId="LiveId" clId="{611A1E4C-54B1-57DF-93D0-94E09C8DEE5C}" dt="2026-06-25T12:06:22.667" v="5" actId="478"/>
          <ac:picMkLst>
            <pc:docMk/>
            <pc:sldMk cId="2026212402" sldId="263"/>
            <ac:picMk id="9" creationId="{07CBD1EF-9AB4-3E86-4D77-516241241622}"/>
          </ac:picMkLst>
        </pc:picChg>
        <pc:picChg chg="add mod ord">
          <ac:chgData name="Domenic Melcher" userId="2585d48ea34444fe" providerId="LiveId" clId="{611A1E4C-54B1-57DF-93D0-94E09C8DEE5C}" dt="2026-06-25T12:07:06.074" v="8" actId="1076"/>
          <ac:picMkLst>
            <pc:docMk/>
            <pc:sldMk cId="2026212402" sldId="263"/>
            <ac:picMk id="13" creationId="{65B215B3-ACCC-A813-73AD-01F855DAAC1F}"/>
          </ac:picMkLst>
        </pc:picChg>
      </pc:sldChg>
      <pc:sldChg chg="addSp delSp modSp add mod">
        <pc:chgData name="Domenic Melcher" userId="2585d48ea34444fe" providerId="LiveId" clId="{611A1E4C-54B1-57DF-93D0-94E09C8DEE5C}" dt="2026-06-25T13:11:05.435" v="1448" actId="20577"/>
        <pc:sldMkLst>
          <pc:docMk/>
          <pc:sldMk cId="501497170" sldId="264"/>
        </pc:sldMkLst>
        <pc:spChg chg="mod">
          <ac:chgData name="Domenic Melcher" userId="2585d48ea34444fe" providerId="LiveId" clId="{611A1E4C-54B1-57DF-93D0-94E09C8DEE5C}" dt="2026-06-25T13:11:05.435" v="1448" actId="20577"/>
          <ac:spMkLst>
            <pc:docMk/>
            <pc:sldMk cId="501497170" sldId="264"/>
            <ac:spMk id="6" creationId="{194242CE-3BD7-C671-1CDB-114C69B16899}"/>
          </ac:spMkLst>
        </pc:spChg>
        <pc:picChg chg="add del mod">
          <ac:chgData name="Domenic Melcher" userId="2585d48ea34444fe" providerId="LiveId" clId="{611A1E4C-54B1-57DF-93D0-94E09C8DEE5C}" dt="2026-06-25T12:09:55.238" v="59" actId="478"/>
          <ac:picMkLst>
            <pc:docMk/>
            <pc:sldMk cId="501497170" sldId="264"/>
            <ac:picMk id="3" creationId="{955DB912-923A-1730-C841-0491DA26CAEF}"/>
          </ac:picMkLst>
        </pc:picChg>
        <pc:picChg chg="add del mod">
          <ac:chgData name="Domenic Melcher" userId="2585d48ea34444fe" providerId="LiveId" clId="{611A1E4C-54B1-57DF-93D0-94E09C8DEE5C}" dt="2026-06-25T12:26:08.988" v="937" actId="478"/>
          <ac:picMkLst>
            <pc:docMk/>
            <pc:sldMk cId="501497170" sldId="264"/>
            <ac:picMk id="3" creationId="{ECC8C722-7EB3-3CBD-28AD-7E607E9408F3}"/>
          </ac:picMkLst>
        </pc:picChg>
        <pc:picChg chg="add mod">
          <ac:chgData name="Domenic Melcher" userId="2585d48ea34444fe" providerId="LiveId" clId="{611A1E4C-54B1-57DF-93D0-94E09C8DEE5C}" dt="2026-06-25T12:26:26.880" v="942" actId="1076"/>
          <ac:picMkLst>
            <pc:docMk/>
            <pc:sldMk cId="501497170" sldId="264"/>
            <ac:picMk id="7" creationId="{164BAF5C-5A96-8C1A-97FC-265661C22788}"/>
          </ac:picMkLst>
        </pc:picChg>
      </pc:sldChg>
      <pc:sldChg chg="addSp delSp modSp add mod">
        <pc:chgData name="Domenic Melcher" userId="2585d48ea34444fe" providerId="LiveId" clId="{611A1E4C-54B1-57DF-93D0-94E09C8DEE5C}" dt="2026-06-25T12:21:32.075" v="453" actId="1076"/>
        <pc:sldMkLst>
          <pc:docMk/>
          <pc:sldMk cId="2142378250" sldId="265"/>
        </pc:sldMkLst>
        <pc:spChg chg="add mod">
          <ac:chgData name="Domenic Melcher" userId="2585d48ea34444fe" providerId="LiveId" clId="{611A1E4C-54B1-57DF-93D0-94E09C8DEE5C}" dt="2026-06-25T12:21:32.075" v="453" actId="1076"/>
          <ac:spMkLst>
            <pc:docMk/>
            <pc:sldMk cId="2142378250" sldId="265"/>
            <ac:spMk id="2" creationId="{9991A05A-40D3-0E18-AA5F-97FE557DDF00}"/>
          </ac:spMkLst>
        </pc:spChg>
        <pc:spChg chg="mod">
          <ac:chgData name="Domenic Melcher" userId="2585d48ea34444fe" providerId="LiveId" clId="{611A1E4C-54B1-57DF-93D0-94E09C8DEE5C}" dt="2026-06-25T12:10:43.778" v="75" actId="20577"/>
          <ac:spMkLst>
            <pc:docMk/>
            <pc:sldMk cId="2142378250" sldId="265"/>
            <ac:spMk id="5" creationId="{FFD62862-0A73-A300-88B5-C7AEAA9DF362}"/>
          </ac:spMkLst>
        </pc:spChg>
        <pc:spChg chg="mod">
          <ac:chgData name="Domenic Melcher" userId="2585d48ea34444fe" providerId="LiveId" clId="{611A1E4C-54B1-57DF-93D0-94E09C8DEE5C}" dt="2026-06-25T12:19:41.740" v="130" actId="14100"/>
          <ac:spMkLst>
            <pc:docMk/>
            <pc:sldMk cId="2142378250" sldId="265"/>
            <ac:spMk id="6" creationId="{1963D25A-F242-1EC3-B9BA-D5F85D7EB523}"/>
          </ac:spMkLst>
        </pc:spChg>
        <pc:picChg chg="del">
          <ac:chgData name="Domenic Melcher" userId="2585d48ea34444fe" providerId="LiveId" clId="{611A1E4C-54B1-57DF-93D0-94E09C8DEE5C}" dt="2026-06-25T12:10:44.603" v="76" actId="478"/>
          <ac:picMkLst>
            <pc:docMk/>
            <pc:sldMk cId="2142378250" sldId="265"/>
            <ac:picMk id="3" creationId="{4FBD4579-826F-4E80-C54C-E903B89973A6}"/>
          </ac:picMkLst>
        </pc:picChg>
      </pc:sldChg>
      <pc:sldChg chg="modSp new mod">
        <pc:chgData name="Domenic Melcher" userId="2585d48ea34444fe" providerId="LiveId" clId="{611A1E4C-54B1-57DF-93D0-94E09C8DEE5C}" dt="2026-06-25T13:37:23.014" v="1474" actId="20577"/>
        <pc:sldMkLst>
          <pc:docMk/>
          <pc:sldMk cId="3131174062" sldId="266"/>
        </pc:sldMkLst>
        <pc:spChg chg="mod">
          <ac:chgData name="Domenic Melcher" userId="2585d48ea34444fe" providerId="LiveId" clId="{611A1E4C-54B1-57DF-93D0-94E09C8DEE5C}" dt="2026-06-25T12:21:49.961" v="474" actId="20577"/>
          <ac:spMkLst>
            <pc:docMk/>
            <pc:sldMk cId="3131174062" sldId="266"/>
            <ac:spMk id="2" creationId="{4D2CAB6B-F741-3704-083E-B92D4CA8CA5E}"/>
          </ac:spMkLst>
        </pc:spChg>
        <pc:spChg chg="mod">
          <ac:chgData name="Domenic Melcher" userId="2585d48ea34444fe" providerId="LiveId" clId="{611A1E4C-54B1-57DF-93D0-94E09C8DEE5C}" dt="2026-06-25T13:37:23.014" v="1474" actId="20577"/>
          <ac:spMkLst>
            <pc:docMk/>
            <pc:sldMk cId="3131174062" sldId="266"/>
            <ac:spMk id="3" creationId="{5168996C-48FD-DD26-5494-02B668817523}"/>
          </ac:spMkLst>
        </pc:spChg>
      </pc:sldChg>
      <pc:sldChg chg="addSp modSp new mod ord">
        <pc:chgData name="Domenic Melcher" userId="2585d48ea34444fe" providerId="LiveId" clId="{611A1E4C-54B1-57DF-93D0-94E09C8DEE5C}" dt="2026-06-25T12:25:49.304" v="934" actId="15"/>
        <pc:sldMkLst>
          <pc:docMk/>
          <pc:sldMk cId="1935079414" sldId="267"/>
        </pc:sldMkLst>
        <pc:spChg chg="mod">
          <ac:chgData name="Domenic Melcher" userId="2585d48ea34444fe" providerId="LiveId" clId="{611A1E4C-54B1-57DF-93D0-94E09C8DEE5C}" dt="2026-06-25T12:23:57.643" v="702" actId="20577"/>
          <ac:spMkLst>
            <pc:docMk/>
            <pc:sldMk cId="1935079414" sldId="267"/>
            <ac:spMk id="2" creationId="{DFF85256-E493-3CF1-C2B9-002DBF1D858B}"/>
          </ac:spMkLst>
        </pc:spChg>
        <pc:spChg chg="mod">
          <ac:chgData name="Domenic Melcher" userId="2585d48ea34444fe" providerId="LiveId" clId="{611A1E4C-54B1-57DF-93D0-94E09C8DEE5C}" dt="2026-06-25T12:25:49.304" v="934" actId="15"/>
          <ac:spMkLst>
            <pc:docMk/>
            <pc:sldMk cId="1935079414" sldId="267"/>
            <ac:spMk id="3" creationId="{C7DFE875-F669-1E11-4A27-97E4EDA22630}"/>
          </ac:spMkLst>
        </pc:spChg>
        <pc:picChg chg="add mod">
          <ac:chgData name="Domenic Melcher" userId="2585d48ea34444fe" providerId="LiveId" clId="{611A1E4C-54B1-57DF-93D0-94E09C8DEE5C}" dt="2026-06-25T12:25:21.053" v="850" actId="1076"/>
          <ac:picMkLst>
            <pc:docMk/>
            <pc:sldMk cId="1935079414" sldId="267"/>
            <ac:picMk id="4" creationId="{D3F262C4-50D4-0271-B0B9-C3B0B3275A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AF5E4-33B4-9965-15AA-EF5A14BA8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2FC47-7F99-1534-7C62-056BFEC5D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EDBBA-5B96-5C0F-2B23-02701123C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98A49-F11B-7976-2A44-F83EB10A6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4A52E-5EE9-BD2B-C287-ED2E42AE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3919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AD42-0999-2489-4342-0660C111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B1CC-D035-D06A-1158-537276883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D881C-BBE8-E76D-2B21-2B8206B1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6B3E2-1788-2151-9906-55BA96432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6AE15-8372-2325-3E34-7A92522C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8830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D1DA-3C49-32E4-0104-1AEE73001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8A13B-D561-0FCE-E848-A7B72DC10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FAA9-958C-C028-0B10-8ABF2B7B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910B6-C270-819A-218F-15C87DDD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8D72-C1E3-0AE3-39A6-8A1BAEA9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2511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F376-F4A0-DFAF-D4EB-6D0EA9A3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97721-B900-F6A1-F509-85FA33896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E4B21-65E0-909F-AE39-5A2F39C11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AB2A1-DB4D-3AAA-1D6E-8BA6725F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4042B-EBDA-D61B-702E-900C4579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030B7-B399-605C-2513-BEB20DD9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2322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8D9B-71AC-C893-2CA4-4FB7921C4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33F19-008B-1657-C770-E38021CBE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164F4-8352-807E-7953-C0FFB036E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B4A8E-47C9-717A-F0D7-74EDD90C5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5CE03-0AD7-E3F6-A877-AF929A679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46A75-058D-D98B-31CD-54FCC690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9640C9-8367-B5AF-C8CC-EF8222CD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0EF6A-7C6B-D2A6-F647-E5653152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33585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5B60-78AE-5935-F1C5-2749DDB5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56AB9-0C53-C33D-1E85-B4CAB16C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0D5B0-11CF-C7C5-D64C-E3DB82F3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3BEAC-A0C9-C245-1DBD-635588F3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48883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E8B91-F686-20D0-8148-F4734171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C6E32-C329-8C27-6E22-6E0FB872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1A547-82C8-ADE9-4400-DE0488B0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7694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C331-D8BF-90A6-355A-1C193DC9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B42BA-48F1-A8E0-7B6D-16BBA2823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5C4B8-C683-D5AB-974E-95C3B5FBE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CFF63-86B0-04D7-EC15-4528CA91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640DA-FDC7-01AB-105D-014BEFC9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86FCF-BC68-AF49-9AEF-D0B097176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056265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DC3B4-3E3A-5A83-62DB-623AD258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7FB9CA-84BD-2B1A-D6A6-8E502F3C4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7875C-7367-ED1C-69EF-8CCEF9C8B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8CB17-62AD-7713-39F4-432F0E9A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002E0-AE65-D7E3-9FC8-E35EDC72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AEC8E-2E0A-231C-A134-A022091A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65706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D301-8A3F-988E-BE46-14670DE4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87C33-B82B-B6EF-D916-F31563D41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E18AA-88B3-F4E3-F496-CA266EF5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36259-7E88-413D-CA2D-F22403DAD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5C41-EF24-1E45-0838-B6FC2F17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4363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20112-F374-C4FB-D7EE-2858B94A3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B3EF-67B8-6BE9-0C94-68EA96675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506DF-4AC6-E1F2-0F7E-683AE5FC5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72ADD-A219-3379-1294-AB51623D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3EFA6-23F4-4FBF-7179-ED56CD445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47628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188AD-25FE-6B1C-F7D3-81D2983C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6C904-7533-A7F7-CF41-F44E049E0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74F41-1684-C299-02BE-21AA1CEE5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53F69-E057-1E49-9567-5F5EA23E61CA}" type="datetimeFigureOut">
              <a:rPr lang="en-AT" smtClean="0"/>
              <a:t>25.06.26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BDAF8-BB01-4231-6ABB-2BDA75F43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E9626-F3A2-A2B5-89BC-F815AA40A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91185-AC67-8946-9319-ECCB8A86712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2983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F16C-67AB-463A-4604-07094BD99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b="1" u="sng" dirty="0"/>
              <a:t>d</a:t>
            </a:r>
            <a:r>
              <a:rPr lang="en-AT" dirty="0"/>
              <a:t>omenic </a:t>
            </a:r>
            <a:r>
              <a:rPr lang="en-AT" b="1" u="sng" dirty="0"/>
              <a:t>v</a:t>
            </a:r>
            <a:r>
              <a:rPr lang="en-AT" dirty="0"/>
              <a:t>irtual </a:t>
            </a:r>
            <a:r>
              <a:rPr lang="en-AT" b="1" u="sng" dirty="0"/>
              <a:t>m</a:t>
            </a:r>
            <a:r>
              <a:rPr lang="en-AT" dirty="0"/>
              <a:t>achine -dvm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C46F-33B6-C5BE-D3A1-C2F0F3803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Team #7 - Domenic Melcher</a:t>
            </a:r>
          </a:p>
        </p:txBody>
      </p:sp>
    </p:spTree>
    <p:extLst>
      <p:ext uri="{BB962C8B-B14F-4D97-AF65-F5344CB8AC3E}">
        <p14:creationId xmlns:p14="http://schemas.microsoft.com/office/powerpoint/2010/main" val="198184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4EF0-0C5B-BFAA-57BF-11E1C19E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028F0-305F-765C-1A4B-3DE375134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6801" y="2330927"/>
            <a:ext cx="3545840" cy="1301273"/>
          </a:xfrm>
        </p:spPr>
        <p:txBody>
          <a:bodyPr anchor="ctr">
            <a:normAutofit/>
          </a:bodyPr>
          <a:lstStyle/>
          <a:p>
            <a:r>
              <a:rPr lang="en-AT" sz="3200" dirty="0"/>
              <a:t>Domenic Melcher</a:t>
            </a:r>
          </a:p>
        </p:txBody>
      </p:sp>
      <p:pic>
        <p:nvPicPr>
          <p:cNvPr id="8" name="Content Placeholder 7" descr="Melcher">
            <a:extLst>
              <a:ext uri="{FF2B5EF4-FFF2-40B4-BE49-F238E27FC236}">
                <a16:creationId xmlns:a16="http://schemas.microsoft.com/office/drawing/2014/main" id="{02C992DA-A79C-DE7A-D85F-27D250848F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5062" t="2144" r="28224" b="51142"/>
          <a:stretch>
            <a:fillRect/>
          </a:stretch>
        </p:blipFill>
        <p:spPr>
          <a:xfrm>
            <a:off x="839788" y="2330927"/>
            <a:ext cx="1301273" cy="1301273"/>
          </a:xfrm>
          <a:prstGeom prst="ellipse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3E5FE32-BAEF-41FD-999C-36D279D3A2C0}"/>
              </a:ext>
            </a:extLst>
          </p:cNvPr>
          <p:cNvSpPr txBox="1">
            <a:spLocks/>
          </p:cNvSpPr>
          <p:nvPr/>
        </p:nvSpPr>
        <p:spPr>
          <a:xfrm>
            <a:off x="2336801" y="4241007"/>
            <a:ext cx="3545840" cy="1301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T" sz="3200"/>
              <a:t>Domenic Melcher</a:t>
            </a:r>
            <a:endParaRPr lang="en-AT" sz="3200" dirty="0"/>
          </a:p>
        </p:txBody>
      </p:sp>
      <p:pic>
        <p:nvPicPr>
          <p:cNvPr id="16" name="Content Placeholder 7" descr="Melcher">
            <a:extLst>
              <a:ext uri="{FF2B5EF4-FFF2-40B4-BE49-F238E27FC236}">
                <a16:creationId xmlns:a16="http://schemas.microsoft.com/office/drawing/2014/main" id="{267D6D34-C91C-1DF8-C532-A462EB1F9A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62" t="2144" r="28224" b="51142"/>
          <a:stretch>
            <a:fillRect/>
          </a:stretch>
        </p:blipFill>
        <p:spPr>
          <a:xfrm>
            <a:off x="839788" y="4241007"/>
            <a:ext cx="1301273" cy="1301273"/>
          </a:xfrm>
          <a:prstGeom prst="ellipse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746F74C-CECF-2BA8-792C-41FDF74DCC57}"/>
              </a:ext>
            </a:extLst>
          </p:cNvPr>
          <p:cNvSpPr txBox="1">
            <a:spLocks/>
          </p:cNvSpPr>
          <p:nvPr/>
        </p:nvSpPr>
        <p:spPr>
          <a:xfrm>
            <a:off x="7975601" y="2330927"/>
            <a:ext cx="3545840" cy="1301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T" sz="3200"/>
              <a:t>Domenic Melcher</a:t>
            </a:r>
            <a:endParaRPr lang="en-AT" sz="3200" dirty="0"/>
          </a:p>
        </p:txBody>
      </p:sp>
      <p:pic>
        <p:nvPicPr>
          <p:cNvPr id="18" name="Content Placeholder 7" descr="Melcher">
            <a:extLst>
              <a:ext uri="{FF2B5EF4-FFF2-40B4-BE49-F238E27FC236}">
                <a16:creationId xmlns:a16="http://schemas.microsoft.com/office/drawing/2014/main" id="{5482D2E3-204A-C86E-C944-7F83C8981A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62" t="2144" r="28224" b="51142"/>
          <a:stretch>
            <a:fillRect/>
          </a:stretch>
        </p:blipFill>
        <p:spPr>
          <a:xfrm>
            <a:off x="6478588" y="2330927"/>
            <a:ext cx="1301273" cy="1301273"/>
          </a:xfrm>
          <a:prstGeom prst="ellipse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9AEB6CE-C1B3-CBAD-8CA4-709728F1B437}"/>
              </a:ext>
            </a:extLst>
          </p:cNvPr>
          <p:cNvSpPr txBox="1">
            <a:spLocks/>
          </p:cNvSpPr>
          <p:nvPr/>
        </p:nvSpPr>
        <p:spPr>
          <a:xfrm>
            <a:off x="7975601" y="4241007"/>
            <a:ext cx="3545840" cy="1301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T" sz="3200" dirty="0"/>
              <a:t>Domenic Melcher</a:t>
            </a:r>
          </a:p>
        </p:txBody>
      </p:sp>
      <p:pic>
        <p:nvPicPr>
          <p:cNvPr id="20" name="Content Placeholder 7" descr="Melcher">
            <a:extLst>
              <a:ext uri="{FF2B5EF4-FFF2-40B4-BE49-F238E27FC236}">
                <a16:creationId xmlns:a16="http://schemas.microsoft.com/office/drawing/2014/main" id="{8146753B-F893-49BC-AB69-29F82ED83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62" t="2144" r="28224" b="51142"/>
          <a:stretch>
            <a:fillRect/>
          </a:stretch>
        </p:blipFill>
        <p:spPr>
          <a:xfrm>
            <a:off x="6478588" y="4241007"/>
            <a:ext cx="1301273" cy="130127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4541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5256-E493-3CF1-C2B9-002DBF1D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Facts about the dvm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FE875-F669-1E11-4A27-97E4EDA22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stack based, only one register for the instruction pointer</a:t>
            </a:r>
          </a:p>
          <a:p>
            <a:r>
              <a:rPr lang="en-AT" dirty="0"/>
              <a:t>VM is written in Rust</a:t>
            </a:r>
          </a:p>
          <a:p>
            <a:pPr lvl="1"/>
            <a:r>
              <a:rPr lang="en-AT" dirty="0"/>
              <a:t>No external library other than serde for deserialization of </a:t>
            </a:r>
            <a:br>
              <a:rPr lang="en-AT" dirty="0"/>
            </a:br>
            <a:r>
              <a:rPr lang="en-AT" dirty="0"/>
              <a:t>the .dvm –files into opcodes</a:t>
            </a:r>
          </a:p>
          <a:p>
            <a:r>
              <a:rPr lang="en-AT" dirty="0"/>
              <a:t>Every memory access is checked explicitly</a:t>
            </a:r>
          </a:p>
          <a:p>
            <a:r>
              <a:rPr lang="en-AT" dirty="0"/>
              <a:t>Every math operation is checked explicitly</a:t>
            </a:r>
          </a:p>
        </p:txBody>
      </p:sp>
      <p:pic>
        <p:nvPicPr>
          <p:cNvPr id="4" name="Picture 3" descr="File:Rust programming language black logo.svg - Wikipedia">
            <a:extLst>
              <a:ext uri="{FF2B5EF4-FFF2-40B4-BE49-F238E27FC236}">
                <a16:creationId xmlns:a16="http://schemas.microsoft.com/office/drawing/2014/main" id="{D3F262C4-50D4-0271-B0B9-C3B0B327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736" y="2372381"/>
            <a:ext cx="375315" cy="37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079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E1CB42-ED48-1670-5CB1-4A07CFB5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Example Project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5B215B3-ACCC-A813-73AD-01F855DAA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233" y="1804360"/>
            <a:ext cx="87635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1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4409ED-D605-F142-1F93-F72F4479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Architecture - Memory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BAA393-EFFF-B8A2-18F3-5C5DD0D67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Stack based</a:t>
            </a:r>
          </a:p>
          <a:p>
            <a:r>
              <a:rPr lang="en-AT" dirty="0"/>
              <a:t>Memory lanes (fixed size Heap)</a:t>
            </a:r>
          </a:p>
          <a:p>
            <a:pPr lvl="1"/>
            <a:r>
              <a:rPr lang="en-AT" dirty="0"/>
              <a:t>files can be memory mapped into the VM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60439B8-3F81-2815-A939-D06E86883C5B}"/>
              </a:ext>
            </a:extLst>
          </p:cNvPr>
          <p:cNvGrpSpPr/>
          <p:nvPr/>
        </p:nvGrpSpPr>
        <p:grpSpPr>
          <a:xfrm>
            <a:off x="7631189" y="1486879"/>
            <a:ext cx="2466334" cy="6995650"/>
            <a:chOff x="8627232" y="752093"/>
            <a:chExt cx="2466334" cy="6995650"/>
          </a:xfrm>
        </p:grpSpPr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6818231A-9456-BA16-8FE4-642903347BD3}"/>
                </a:ext>
              </a:extLst>
            </p:cNvPr>
            <p:cNvSpPr/>
            <p:nvPr/>
          </p:nvSpPr>
          <p:spPr>
            <a:xfrm>
              <a:off x="9152464" y="5956591"/>
              <a:ext cx="1941095" cy="1268967"/>
            </a:xfrm>
            <a:prstGeom prst="cube">
              <a:avLst>
                <a:gd name="adj" fmla="val 4127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FB2795A0-DEED-9F5E-99D1-E03719C6959C}"/>
                </a:ext>
              </a:extLst>
            </p:cNvPr>
            <p:cNvSpPr/>
            <p:nvPr/>
          </p:nvSpPr>
          <p:spPr>
            <a:xfrm>
              <a:off x="9152471" y="5205550"/>
              <a:ext cx="1941095" cy="1268967"/>
            </a:xfrm>
            <a:prstGeom prst="cube">
              <a:avLst>
                <a:gd name="adj" fmla="val 4127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0A6801FC-019E-1623-A644-89FFAB6F76D4}"/>
                </a:ext>
              </a:extLst>
            </p:cNvPr>
            <p:cNvSpPr/>
            <p:nvPr/>
          </p:nvSpPr>
          <p:spPr>
            <a:xfrm>
              <a:off x="9152470" y="4462992"/>
              <a:ext cx="1941095" cy="1268967"/>
            </a:xfrm>
            <a:prstGeom prst="cube">
              <a:avLst>
                <a:gd name="adj" fmla="val 4127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02BC3D6E-44F4-8E4B-4E50-FAC781FA83CE}"/>
                </a:ext>
              </a:extLst>
            </p:cNvPr>
            <p:cNvSpPr/>
            <p:nvPr/>
          </p:nvSpPr>
          <p:spPr>
            <a:xfrm>
              <a:off x="9152469" y="3721016"/>
              <a:ext cx="1941095" cy="1268967"/>
            </a:xfrm>
            <a:prstGeom prst="cube">
              <a:avLst>
                <a:gd name="adj" fmla="val 4127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3DAD1950-E2D0-7C8A-2F01-CC060BB4C877}"/>
                </a:ext>
              </a:extLst>
            </p:cNvPr>
            <p:cNvSpPr/>
            <p:nvPr/>
          </p:nvSpPr>
          <p:spPr>
            <a:xfrm>
              <a:off x="9152468" y="2978749"/>
              <a:ext cx="1941095" cy="1268967"/>
            </a:xfrm>
            <a:prstGeom prst="cube">
              <a:avLst>
                <a:gd name="adj" fmla="val 4127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CF0148F2-FCFB-AD51-0C3D-5350C403DEDC}"/>
                </a:ext>
              </a:extLst>
            </p:cNvPr>
            <p:cNvSpPr/>
            <p:nvPr/>
          </p:nvSpPr>
          <p:spPr>
            <a:xfrm>
              <a:off x="9152467" y="2236627"/>
              <a:ext cx="1941095" cy="1268967"/>
            </a:xfrm>
            <a:prstGeom prst="cube">
              <a:avLst>
                <a:gd name="adj" fmla="val 4127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2EEDFC56-294B-1795-3471-A25512816496}"/>
                </a:ext>
              </a:extLst>
            </p:cNvPr>
            <p:cNvSpPr/>
            <p:nvPr/>
          </p:nvSpPr>
          <p:spPr>
            <a:xfrm>
              <a:off x="9152466" y="1494069"/>
              <a:ext cx="1941095" cy="1268967"/>
            </a:xfrm>
            <a:prstGeom prst="cube">
              <a:avLst>
                <a:gd name="adj" fmla="val 4127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6DC6D0F2-E4E6-ACC4-C119-1EF3ADBBA75F}"/>
                </a:ext>
              </a:extLst>
            </p:cNvPr>
            <p:cNvSpPr/>
            <p:nvPr/>
          </p:nvSpPr>
          <p:spPr>
            <a:xfrm>
              <a:off x="9152465" y="752093"/>
              <a:ext cx="1941095" cy="1268967"/>
            </a:xfrm>
            <a:prstGeom prst="cube">
              <a:avLst>
                <a:gd name="adj" fmla="val 4127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B48A6F4-151A-7D39-EEFC-835B78EF7956}"/>
                </a:ext>
              </a:extLst>
            </p:cNvPr>
            <p:cNvGrpSpPr/>
            <p:nvPr/>
          </p:nvGrpSpPr>
          <p:grpSpPr>
            <a:xfrm>
              <a:off x="8627232" y="2025319"/>
              <a:ext cx="1941101" cy="5722424"/>
              <a:chOff x="8627232" y="2025319"/>
              <a:chExt cx="1941101" cy="5722424"/>
            </a:xfrm>
          </p:grpSpPr>
          <p:sp>
            <p:nvSpPr>
              <p:cNvPr id="9" name="Cube 8">
                <a:extLst>
                  <a:ext uri="{FF2B5EF4-FFF2-40B4-BE49-F238E27FC236}">
                    <a16:creationId xmlns:a16="http://schemas.microsoft.com/office/drawing/2014/main" id="{7912F6FB-218B-1ECB-884F-9A0AFC250762}"/>
                  </a:ext>
                </a:extLst>
              </p:cNvPr>
              <p:cNvSpPr/>
              <p:nvPr/>
            </p:nvSpPr>
            <p:spPr>
              <a:xfrm>
                <a:off x="8627238" y="6478776"/>
                <a:ext cx="1941095" cy="1268967"/>
              </a:xfrm>
              <a:prstGeom prst="cube">
                <a:avLst>
                  <a:gd name="adj" fmla="val 4127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1" name="Cube 10">
                <a:extLst>
                  <a:ext uri="{FF2B5EF4-FFF2-40B4-BE49-F238E27FC236}">
                    <a16:creationId xmlns:a16="http://schemas.microsoft.com/office/drawing/2014/main" id="{5DB7DC5B-0284-3260-C115-2ED7C46439D1}"/>
                  </a:ext>
                </a:extLst>
              </p:cNvPr>
              <p:cNvSpPr/>
              <p:nvPr/>
            </p:nvSpPr>
            <p:spPr>
              <a:xfrm>
                <a:off x="8627237" y="5736218"/>
                <a:ext cx="1941095" cy="1268967"/>
              </a:xfrm>
              <a:prstGeom prst="cube">
                <a:avLst>
                  <a:gd name="adj" fmla="val 4127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8" name="Cube 17">
                <a:extLst>
                  <a:ext uri="{FF2B5EF4-FFF2-40B4-BE49-F238E27FC236}">
                    <a16:creationId xmlns:a16="http://schemas.microsoft.com/office/drawing/2014/main" id="{418632DC-46AD-3185-DBF1-65B40335C39E}"/>
                  </a:ext>
                </a:extLst>
              </p:cNvPr>
              <p:cNvSpPr/>
              <p:nvPr/>
            </p:nvSpPr>
            <p:spPr>
              <a:xfrm>
                <a:off x="8627236" y="4994242"/>
                <a:ext cx="1941095" cy="1268967"/>
              </a:xfrm>
              <a:prstGeom prst="cube">
                <a:avLst>
                  <a:gd name="adj" fmla="val 4127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9" name="Cube 18">
                <a:extLst>
                  <a:ext uri="{FF2B5EF4-FFF2-40B4-BE49-F238E27FC236}">
                    <a16:creationId xmlns:a16="http://schemas.microsoft.com/office/drawing/2014/main" id="{0F0EEEEC-FC6C-A4F9-6EE4-5B4A2AFEDB34}"/>
                  </a:ext>
                </a:extLst>
              </p:cNvPr>
              <p:cNvSpPr/>
              <p:nvPr/>
            </p:nvSpPr>
            <p:spPr>
              <a:xfrm>
                <a:off x="8627235" y="4251975"/>
                <a:ext cx="1941095" cy="1268967"/>
              </a:xfrm>
              <a:prstGeom prst="cube">
                <a:avLst>
                  <a:gd name="adj" fmla="val 4127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0" name="Cube 19">
                <a:extLst>
                  <a:ext uri="{FF2B5EF4-FFF2-40B4-BE49-F238E27FC236}">
                    <a16:creationId xmlns:a16="http://schemas.microsoft.com/office/drawing/2014/main" id="{46EC91DC-C5A8-33A0-8B0E-EA6AD12ECF9B}"/>
                  </a:ext>
                </a:extLst>
              </p:cNvPr>
              <p:cNvSpPr/>
              <p:nvPr/>
            </p:nvSpPr>
            <p:spPr>
              <a:xfrm>
                <a:off x="8627234" y="3509853"/>
                <a:ext cx="1941095" cy="1268967"/>
              </a:xfrm>
              <a:prstGeom prst="cube">
                <a:avLst>
                  <a:gd name="adj" fmla="val 4127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" name="Cube 20">
                <a:extLst>
                  <a:ext uri="{FF2B5EF4-FFF2-40B4-BE49-F238E27FC236}">
                    <a16:creationId xmlns:a16="http://schemas.microsoft.com/office/drawing/2014/main" id="{EF33753E-1A92-742F-13E4-A3397F65AD40}"/>
                  </a:ext>
                </a:extLst>
              </p:cNvPr>
              <p:cNvSpPr/>
              <p:nvPr/>
            </p:nvSpPr>
            <p:spPr>
              <a:xfrm>
                <a:off x="8627233" y="2767295"/>
                <a:ext cx="1941095" cy="1268967"/>
              </a:xfrm>
              <a:prstGeom prst="cube">
                <a:avLst>
                  <a:gd name="adj" fmla="val 4127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2" name="Cube 21">
                <a:extLst>
                  <a:ext uri="{FF2B5EF4-FFF2-40B4-BE49-F238E27FC236}">
                    <a16:creationId xmlns:a16="http://schemas.microsoft.com/office/drawing/2014/main" id="{5367B0C5-1040-B026-8056-F6D838CFB6F0}"/>
                  </a:ext>
                </a:extLst>
              </p:cNvPr>
              <p:cNvSpPr/>
              <p:nvPr/>
            </p:nvSpPr>
            <p:spPr>
              <a:xfrm>
                <a:off x="8627232" y="2025319"/>
                <a:ext cx="1941095" cy="1268967"/>
              </a:xfrm>
              <a:prstGeom prst="cube">
                <a:avLst>
                  <a:gd name="adj" fmla="val 4127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923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59556-6181-C7A3-5025-5363766D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7CCAD1-53DA-59A3-8D3E-49DBC98A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Architecture - Frontend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114811-AE15-C5F2-D452-693B58B73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T" dirty="0"/>
              <a:t>.dvm source code -&gt; IR (Optimization Passes, Labels) -&gt; Opcodes</a:t>
            </a:r>
          </a:p>
          <a:p>
            <a:r>
              <a:rPr lang="en-AT" dirty="0"/>
              <a:t>Optimization Passes</a:t>
            </a:r>
          </a:p>
          <a:p>
            <a:pPr lvl="1"/>
            <a:r>
              <a:rPr lang="en-AT" dirty="0"/>
              <a:t>Noop</a:t>
            </a:r>
          </a:p>
          <a:p>
            <a:pPr lvl="1"/>
            <a:r>
              <a:rPr lang="en-AT" dirty="0"/>
              <a:t>ConstantFoldMath</a:t>
            </a:r>
          </a:p>
          <a:p>
            <a:pPr lvl="2"/>
            <a:r>
              <a:rPr lang="en-AT" dirty="0"/>
              <a:t>Add</a:t>
            </a:r>
          </a:p>
          <a:p>
            <a:pPr lvl="2"/>
            <a:r>
              <a:rPr lang="en-AT" dirty="0"/>
              <a:t>Mul</a:t>
            </a:r>
          </a:p>
          <a:p>
            <a:pPr lvl="2"/>
            <a:r>
              <a:rPr lang="en-AT" dirty="0"/>
              <a:t>Sub</a:t>
            </a:r>
          </a:p>
          <a:p>
            <a:pPr lvl="2"/>
            <a:r>
              <a:rPr lang="en-AT" dirty="0"/>
              <a:t>Div</a:t>
            </a:r>
          </a:p>
          <a:p>
            <a:pPr lvl="2"/>
            <a:r>
              <a:rPr lang="en-GB" dirty="0" err="1"/>
              <a:t>PushIntermediate</a:t>
            </a:r>
            <a:endParaRPr lang="en-GB" dirty="0"/>
          </a:p>
          <a:p>
            <a:pPr lvl="2"/>
            <a:r>
              <a:rPr lang="en-AT" dirty="0"/>
              <a:t>Zero</a:t>
            </a:r>
          </a:p>
          <a:p>
            <a:r>
              <a:rPr lang="en-AT" dirty="0"/>
              <a:t>Label replacing</a:t>
            </a:r>
          </a:p>
        </p:txBody>
      </p:sp>
    </p:spTree>
    <p:extLst>
      <p:ext uri="{BB962C8B-B14F-4D97-AF65-F5344CB8AC3E}">
        <p14:creationId xmlns:p14="http://schemas.microsoft.com/office/powerpoint/2010/main" val="1674433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16D6D9-D06A-9BE2-7375-70797D2A8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Opcodes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D320DB-F5DF-574E-2819-98562E786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134360" cy="4351338"/>
          </a:xfrm>
        </p:spPr>
        <p:txBody>
          <a:bodyPr>
            <a:noAutofit/>
          </a:bodyPr>
          <a:lstStyle/>
          <a:p>
            <a:r>
              <a:rPr lang="en-AT" sz="1800" dirty="0"/>
              <a:t>Read</a:t>
            </a:r>
          </a:p>
          <a:p>
            <a:r>
              <a:rPr lang="en-AT" sz="1800" dirty="0"/>
              <a:t>Write</a:t>
            </a:r>
          </a:p>
          <a:p>
            <a:r>
              <a:rPr lang="en-AT" sz="1800" dirty="0"/>
              <a:t>SwitchMemoryLane</a:t>
            </a:r>
          </a:p>
          <a:p>
            <a:r>
              <a:rPr lang="en-AT" sz="1800" dirty="0"/>
              <a:t>SizeOfMemoryLane</a:t>
            </a:r>
          </a:p>
          <a:p>
            <a:r>
              <a:rPr lang="en-AT" sz="1800" dirty="0"/>
              <a:t>Noop</a:t>
            </a:r>
          </a:p>
          <a:p>
            <a:r>
              <a:rPr lang="en-AT" sz="1800" dirty="0"/>
              <a:t>Pop</a:t>
            </a:r>
          </a:p>
          <a:p>
            <a:r>
              <a:rPr lang="en-AT" sz="1800" dirty="0"/>
              <a:t>Pop32bits</a:t>
            </a:r>
          </a:p>
          <a:p>
            <a:r>
              <a:rPr lang="en-AT" sz="1800" dirty="0"/>
              <a:t>Dup</a:t>
            </a:r>
          </a:p>
          <a:p>
            <a:r>
              <a:rPr lang="en-AT" sz="1800" dirty="0"/>
              <a:t>DupN</a:t>
            </a:r>
          </a:p>
          <a:p>
            <a:r>
              <a:rPr lang="en-AT" sz="1800" dirty="0"/>
              <a:t>Swap</a:t>
            </a:r>
          </a:p>
          <a:p>
            <a:r>
              <a:rPr lang="en-AT" sz="1800" dirty="0"/>
              <a:t>Xor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80DF72-25FE-5023-357A-D19F39E93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07378" y="1825625"/>
            <a:ext cx="3134360" cy="4351338"/>
          </a:xfrm>
        </p:spPr>
        <p:txBody>
          <a:bodyPr>
            <a:noAutofit/>
          </a:bodyPr>
          <a:lstStyle/>
          <a:p>
            <a:r>
              <a:rPr lang="en-AT" sz="1800" dirty="0"/>
              <a:t>SmallerThan</a:t>
            </a:r>
          </a:p>
          <a:p>
            <a:r>
              <a:rPr lang="en-AT" sz="1800" dirty="0"/>
              <a:t>SmallerOrEqual</a:t>
            </a:r>
          </a:p>
          <a:p>
            <a:r>
              <a:rPr lang="en-AT" sz="1800" dirty="0"/>
              <a:t>Equal</a:t>
            </a:r>
          </a:p>
          <a:p>
            <a:r>
              <a:rPr lang="en-AT" sz="1800" dirty="0"/>
              <a:t>GreaterThan</a:t>
            </a:r>
          </a:p>
          <a:p>
            <a:r>
              <a:rPr lang="en-AT" sz="1800" dirty="0"/>
              <a:t>GreaterOrEqual</a:t>
            </a:r>
          </a:p>
          <a:p>
            <a:r>
              <a:rPr lang="en-AT" sz="1800" dirty="0"/>
              <a:t>JumpIfTrue</a:t>
            </a:r>
          </a:p>
          <a:p>
            <a:r>
              <a:rPr lang="en-AT" sz="1800" dirty="0"/>
              <a:t>Not</a:t>
            </a:r>
          </a:p>
          <a:p>
            <a:r>
              <a:rPr lang="en-AT" sz="1800" dirty="0"/>
              <a:t>Print</a:t>
            </a:r>
          </a:p>
          <a:p>
            <a:r>
              <a:rPr lang="en-AT" sz="1800" dirty="0"/>
              <a:t>PrintN</a:t>
            </a:r>
          </a:p>
          <a:p>
            <a:r>
              <a:rPr lang="en-AT" sz="1800" dirty="0"/>
              <a:t>Jump</a:t>
            </a:r>
          </a:p>
          <a:p>
            <a:r>
              <a:rPr lang="en-AT" sz="1800" dirty="0"/>
              <a:t>OperationCount</a:t>
            </a:r>
          </a:p>
          <a:p>
            <a:r>
              <a:rPr lang="en-AT" sz="1800" dirty="0"/>
              <a:t>Halt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777AEBD-2316-7529-85B7-315DD8B1FF29}"/>
              </a:ext>
            </a:extLst>
          </p:cNvPr>
          <p:cNvSpPr txBox="1">
            <a:spLocks/>
          </p:cNvSpPr>
          <p:nvPr/>
        </p:nvSpPr>
        <p:spPr>
          <a:xfrm>
            <a:off x="4872789" y="1825625"/>
            <a:ext cx="313436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T" sz="1800" dirty="0"/>
              <a:t>And</a:t>
            </a:r>
          </a:p>
          <a:p>
            <a:r>
              <a:rPr lang="en-AT" sz="1800" dirty="0"/>
              <a:t>Or</a:t>
            </a:r>
          </a:p>
          <a:p>
            <a:r>
              <a:rPr lang="en-AT" sz="1800" dirty="0"/>
              <a:t>Zero</a:t>
            </a:r>
          </a:p>
          <a:p>
            <a:r>
              <a:rPr lang="en-AT" sz="1800" dirty="0"/>
              <a:t>PushIntermediate</a:t>
            </a:r>
          </a:p>
          <a:p>
            <a:r>
              <a:rPr lang="en-AT" sz="1800" dirty="0"/>
              <a:t>Add</a:t>
            </a:r>
          </a:p>
          <a:p>
            <a:r>
              <a:rPr lang="en-AT" sz="1800" dirty="0"/>
              <a:t>Sub</a:t>
            </a:r>
          </a:p>
          <a:p>
            <a:r>
              <a:rPr lang="en-AT" sz="1800" dirty="0"/>
              <a:t>Mul</a:t>
            </a:r>
          </a:p>
          <a:p>
            <a:r>
              <a:rPr lang="en-AT" sz="1800" dirty="0"/>
              <a:t>Div</a:t>
            </a:r>
          </a:p>
          <a:p>
            <a:r>
              <a:rPr lang="en-AT" sz="1800" dirty="0"/>
              <a:t>Mod</a:t>
            </a:r>
          </a:p>
          <a:p>
            <a:r>
              <a:rPr lang="en-AT" sz="1800" dirty="0"/>
              <a:t>ShiftLeft</a:t>
            </a:r>
          </a:p>
          <a:p>
            <a:r>
              <a:rPr lang="en-AT" sz="1800" dirty="0"/>
              <a:t>ShiftRight</a:t>
            </a:r>
          </a:p>
        </p:txBody>
      </p:sp>
    </p:spTree>
    <p:extLst>
      <p:ext uri="{BB962C8B-B14F-4D97-AF65-F5344CB8AC3E}">
        <p14:creationId xmlns:p14="http://schemas.microsoft.com/office/powerpoint/2010/main" val="1791399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F97457-D946-9435-9FDA-6D80A847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Features of the VM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AF5070-BA8B-5B5E-EE0A-6DE51898F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dvm run &lt;program.dvm&gt;</a:t>
            </a:r>
          </a:p>
          <a:p>
            <a:r>
              <a:rPr lang="en-AT" dirty="0"/>
              <a:t>dvm run --perf &lt;program.dvm&gt;</a:t>
            </a:r>
          </a:p>
          <a:p>
            <a:r>
              <a:rPr lang="en-AT" dirty="0"/>
              <a:t>dvm debug &lt;program.dvm&gt;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13439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3B6D-D5FA-158F-290A-719F95E5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641530-AD5D-B5D3-B443-E02517A8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Features of the VM - run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242CE-3BD7-C671-1CDB-114C69B16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T" dirty="0"/>
              <a:t>runs the given program in the interpreter</a:t>
            </a:r>
          </a:p>
          <a:p>
            <a:endParaRPr lang="en-AT" dirty="0"/>
          </a:p>
          <a:p>
            <a:r>
              <a:rPr lang="en-AT" dirty="0"/>
              <a:t>perf</a:t>
            </a:r>
          </a:p>
          <a:p>
            <a:pPr lvl="1"/>
            <a:r>
              <a:rPr lang="en-AT" dirty="0"/>
              <a:t>Shows after the program exists a simple</a:t>
            </a:r>
            <a:br>
              <a:rPr lang="en-AT" dirty="0"/>
            </a:br>
            <a:r>
              <a:rPr lang="en-AT" dirty="0"/>
              <a:t>perf count for each line</a:t>
            </a:r>
            <a:br>
              <a:rPr lang="en-AT" dirty="0"/>
            </a:br>
            <a:endParaRPr lang="en-AT" dirty="0"/>
          </a:p>
          <a:p>
            <a:r>
              <a:rPr lang="en-AT" dirty="0"/>
              <a:t>performance</a:t>
            </a:r>
          </a:p>
          <a:p>
            <a:pPr lvl="1"/>
            <a:r>
              <a:rPr lang="en-AT" dirty="0"/>
              <a:t>~ 130.000.000 ops/s on a larger program</a:t>
            </a:r>
            <a:br>
              <a:rPr lang="en-AT" dirty="0"/>
            </a:br>
            <a:r>
              <a:rPr lang="en-AT" dirty="0"/>
              <a:t>(2.600.000 operations)</a:t>
            </a:r>
          </a:p>
          <a:p>
            <a:pPr lvl="1"/>
            <a:r>
              <a:rPr lang="en-AT" dirty="0"/>
              <a:t>t</a:t>
            </a:r>
            <a:r>
              <a:rPr lang="en-GB" dirty="0"/>
              <a:t>e</a:t>
            </a:r>
            <a:r>
              <a:rPr lang="en-AT" dirty="0"/>
              <a:t>st run on Apple M1 Pro</a:t>
            </a:r>
            <a:br>
              <a:rPr lang="en-AT" dirty="0"/>
            </a:br>
            <a:r>
              <a:rPr lang="en-AT" dirty="0"/>
              <a:t>8 performance + 2 efficiency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4BAF5C-5A96-8C1A-97FC-265661C22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990" y="2641657"/>
            <a:ext cx="4493761" cy="36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9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9F7E-E795-BC2E-FE14-77283A4E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D62862-0A73-A300-88B5-C7AEAA9D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Features of the VM - debugger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3D25A-F242-1EC3-B9BA-D5F85D7EB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27744" cy="4351338"/>
          </a:xfrm>
        </p:spPr>
        <p:txBody>
          <a:bodyPr/>
          <a:lstStyle/>
          <a:p>
            <a:r>
              <a:rPr lang="en-AT" dirty="0"/>
              <a:t>next</a:t>
            </a:r>
          </a:p>
          <a:p>
            <a:r>
              <a:rPr lang="en-AT" dirty="0"/>
              <a:t>ip</a:t>
            </a:r>
          </a:p>
          <a:p>
            <a:r>
              <a:rPr lang="en-AT" dirty="0"/>
              <a:t>ops</a:t>
            </a:r>
          </a:p>
          <a:p>
            <a:r>
              <a:rPr lang="en-AT" dirty="0"/>
              <a:t>execute OPCODE</a:t>
            </a:r>
          </a:p>
          <a:p>
            <a:r>
              <a:rPr lang="en-AT" dirty="0"/>
              <a:t>run</a:t>
            </a:r>
          </a:p>
          <a:p>
            <a:r>
              <a:rPr lang="en-AT" dirty="0"/>
              <a:t>break IP</a:t>
            </a:r>
          </a:p>
          <a:p>
            <a:r>
              <a:rPr lang="en-AT" dirty="0"/>
              <a:t>stack</a:t>
            </a:r>
          </a:p>
          <a:p>
            <a:r>
              <a:rPr lang="en-AT" dirty="0"/>
              <a:t>quit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9991A05A-40D3-0E18-AA5F-97FE557DDF00}"/>
              </a:ext>
            </a:extLst>
          </p:cNvPr>
          <p:cNvSpPr txBox="1">
            <a:spLocks/>
          </p:cNvSpPr>
          <p:nvPr/>
        </p:nvSpPr>
        <p:spPr>
          <a:xfrm>
            <a:off x="4082902" y="1825625"/>
            <a:ext cx="774050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T" dirty="0"/>
              <a:t>Go to the next instruction</a:t>
            </a:r>
          </a:p>
          <a:p>
            <a:pPr marL="0" indent="0">
              <a:buNone/>
            </a:pPr>
            <a:r>
              <a:rPr lang="en-AT" dirty="0"/>
              <a:t>Print the current instruction pointer</a:t>
            </a:r>
          </a:p>
          <a:p>
            <a:pPr marL="0" indent="0">
              <a:buNone/>
            </a:pPr>
            <a:r>
              <a:rPr lang="en-AT" dirty="0"/>
              <a:t>Print all opcodes and their instruction pointer</a:t>
            </a:r>
          </a:p>
          <a:p>
            <a:pPr marL="0" indent="0">
              <a:buNone/>
            </a:pPr>
            <a:r>
              <a:rPr lang="en-AT" dirty="0"/>
              <a:t>Execute the given OPCODE with the current stack</a:t>
            </a:r>
          </a:p>
          <a:p>
            <a:pPr marL="0" indent="0">
              <a:buNone/>
            </a:pPr>
            <a:r>
              <a:rPr lang="en-AT" dirty="0"/>
              <a:t>Run the program until the first break point is hit</a:t>
            </a:r>
          </a:p>
          <a:p>
            <a:pPr marL="0" indent="0">
              <a:buNone/>
            </a:pPr>
            <a:r>
              <a:rPr lang="en-AT" dirty="0"/>
              <a:t>Toggle breakpoint on instruction pointer</a:t>
            </a:r>
          </a:p>
          <a:p>
            <a:pPr marL="0" indent="0">
              <a:buNone/>
            </a:pPr>
            <a:r>
              <a:rPr lang="en-AT" dirty="0"/>
              <a:t>Show the current stack</a:t>
            </a:r>
          </a:p>
          <a:p>
            <a:pPr marL="0" indent="0">
              <a:buNone/>
            </a:pPr>
            <a:r>
              <a:rPr lang="en-AT" dirty="0"/>
              <a:t>Exit the debugger and program</a:t>
            </a:r>
          </a:p>
        </p:txBody>
      </p:sp>
    </p:spTree>
    <p:extLst>
      <p:ext uri="{BB962C8B-B14F-4D97-AF65-F5344CB8AC3E}">
        <p14:creationId xmlns:p14="http://schemas.microsoft.com/office/powerpoint/2010/main" val="214237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CAB6B-F741-3704-083E-B92D4CA8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Ideas for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8996C-48FD-DD26-5494-02B66881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FFI with methods in Rust</a:t>
            </a:r>
          </a:p>
          <a:p>
            <a:r>
              <a:rPr lang="en-AT" dirty="0"/>
              <a:t>Multithreading? Multiple I</a:t>
            </a:r>
            <a:r>
              <a:rPr lang="en-GB" dirty="0"/>
              <a:t>P</a:t>
            </a:r>
            <a:r>
              <a:rPr lang="en-AT" dirty="0"/>
              <a:t>s?</a:t>
            </a:r>
          </a:p>
          <a:p>
            <a:r>
              <a:rPr lang="en-AT" dirty="0"/>
              <a:t>Implement an async model</a:t>
            </a:r>
          </a:p>
          <a:p>
            <a:r>
              <a:rPr lang="en-AT" dirty="0"/>
              <a:t>Implement error handling in .dvm</a:t>
            </a:r>
          </a:p>
          <a:p>
            <a:r>
              <a:rPr lang="en-AT" dirty="0"/>
              <a:t>Floating point support</a:t>
            </a:r>
          </a:p>
          <a:p>
            <a:r>
              <a:rPr lang="en-AT" dirty="0"/>
              <a:t>Linker for multiple .dvm files</a:t>
            </a:r>
          </a:p>
          <a:p>
            <a:r>
              <a:rPr lang="en-AT" dirty="0"/>
              <a:t>“Compile” mode to generate an ahead-of-time executable</a:t>
            </a:r>
          </a:p>
          <a:p>
            <a:r>
              <a:rPr lang="en-AT" dirty="0"/>
              <a:t>In perf labels auflösen</a:t>
            </a:r>
          </a:p>
        </p:txBody>
      </p:sp>
    </p:spTree>
    <p:extLst>
      <p:ext uri="{BB962C8B-B14F-4D97-AF65-F5344CB8AC3E}">
        <p14:creationId xmlns:p14="http://schemas.microsoft.com/office/powerpoint/2010/main" val="3131174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351</Words>
  <Application>Microsoft Macintosh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domenic virtual machine -dvm</vt:lpstr>
      <vt:lpstr>Team</vt:lpstr>
      <vt:lpstr>Facts about the dvm</vt:lpstr>
      <vt:lpstr>Example Project</vt:lpstr>
      <vt:lpstr>Architecture - Memory</vt:lpstr>
      <vt:lpstr>Architecture - Frontend</vt:lpstr>
      <vt:lpstr>Opcodes</vt:lpstr>
      <vt:lpstr>Features of the VM</vt:lpstr>
      <vt:lpstr>Features of the VM - run</vt:lpstr>
      <vt:lpstr>Features of the VM - debugger</vt:lpstr>
      <vt:lpstr>Ideas for the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 Melcher</dc:creator>
  <cp:lastModifiedBy>Domenic Melcher</cp:lastModifiedBy>
  <cp:revision>1</cp:revision>
  <dcterms:created xsi:type="dcterms:W3CDTF">2026-06-24T16:31:02Z</dcterms:created>
  <dcterms:modified xsi:type="dcterms:W3CDTF">2026-06-25T13:37:25Z</dcterms:modified>
</cp:coreProperties>
</file>